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2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D12F-9873-D7EE-8C80-6FF86EB46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B0A25-AC29-97DF-F6E0-B082EDB44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A8A58-D22A-1C5E-E6B6-7472343B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8713-B23E-4753-00E9-9937CF8F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2A0D0-1503-1696-DAC9-4BBD8DB1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4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0FBC-9BF1-2ABC-CEBC-2A1EB6E9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DB1D-D2CA-36B7-F4DE-3A19AFC8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EC55-4D4D-F62F-DAD0-575E29D5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D858F-749E-AEE3-58C2-BE961061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D5BD5-8DBD-6FB1-686F-882EC173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76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EDC9-6B02-51FD-D9E6-C1379592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20E7A-9359-C119-7CA6-4572221E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C033-C7E3-8D83-FC78-8F9FB18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F4A31-C13B-B4A8-2974-39AAEBB4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8FB52-7A09-5144-506F-D485472E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9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4269-A6CA-3199-1D46-889F7C89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D0119-A158-91D5-32F1-D2D949EA1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E7E51-B219-2E2A-7441-A3F6F23F9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75D39-2D38-EAAA-77CB-9E44310D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F3E93-D66F-7CD9-EFC2-5CB9F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A79CB-C1D7-48D8-E07F-8A350DC0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35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C9A2-2F60-5298-E29E-A8B81337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77F2-7214-33E7-8990-477874593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5947E-D2CD-26FC-3A8B-941E769B9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CC1E7-5CD4-A158-9704-5874766EC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2FBDA-8932-A7BC-A7A4-345ECFF92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FD931-D567-056A-8BB8-A9BA8D8F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1CAED-3B61-E4CA-C2E8-FDD47D95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C3660-F4FE-5BA6-EEE9-533FBD75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48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9E0A-ED95-A6C0-F73D-E99C69FB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7B3D8-2576-9A71-D478-83706E6F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D5053-8F14-A110-FA95-5803DF33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153FB-9C08-9C52-BE4E-44CB3A06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18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B0824-89C2-9C55-02C0-0E89D0FE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6A0E2-9B93-26BE-DF0A-0CB5959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CB561-9923-56E1-2283-54F390D9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04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3C6D-D9D2-3C60-AF37-93EC508C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4CE62-C59F-ABD0-D6C2-BCB70C9AC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093D3-090C-821C-F07C-28A501675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6C259-2FDE-E976-D9D9-D40A7A75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0976F-72EC-59C1-9A9D-309A8D5A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77B69-46E1-4709-CCC5-AEEFD566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52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C89F-A98A-A8C7-3F2F-B9746A25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0BB1A-5F77-816B-AF30-70B45BB487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CF27E-6478-E52F-F3A5-0D3BD779C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04A1C-8983-DCB4-E06B-15C970CF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68880-7689-5C37-9242-CBD246A9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D4D13-D6EB-D129-E6C2-5C957ADC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90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C5EF-374F-F0B4-70C2-7DC0DFCB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B10F4-4AD9-2220-709A-2B55204CE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E9A8A-871B-037E-3D80-F7F03C17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71856-73EE-C1E3-4110-FA0645CE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909B-88EE-AC17-B683-6F36940E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5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F98AB-A4A3-D973-CDB2-AE987A845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C47A8-8E82-4241-A28F-B7288E27A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CD09-3440-CEA4-E799-49DAE6C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465FF-E367-DA84-0517-339A1EA2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1ACFF-C919-02D3-5726-2858AE96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0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EEB24-60A0-D67F-32DA-CA91A17B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F25E-5888-6630-C82D-A2D9CE850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6EDD3-E3AA-95DC-989C-3BCBE801C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75153-09F8-430E-88F8-8E049718B64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7D8E-D86A-6EF7-BE84-5BBB84A53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834E9-F28C-BEDE-B8B1-00228FECD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D7EA3-8E16-4637-9D1B-DA988A881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17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E504-1703-9D54-58C5-C1025224B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9CB08-4CB2-78FA-B0E8-576FE5F9A2E7}"/>
              </a:ext>
            </a:extLst>
          </p:cNvPr>
          <p:cNvSpPr txBox="1"/>
          <p:nvPr/>
        </p:nvSpPr>
        <p:spPr>
          <a:xfrm>
            <a:off x="326571" y="392478"/>
            <a:ext cx="10972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SmartStock</a:t>
            </a:r>
            <a:r>
              <a:rPr lang="en-IN" b="1" dirty="0"/>
              <a:t> AI</a:t>
            </a:r>
          </a:p>
          <a:p>
            <a:pPr>
              <a:buNone/>
            </a:pPr>
            <a:r>
              <a:rPr lang="en-IN" b="1" dirty="0"/>
              <a:t>Smart Inventory Management System</a:t>
            </a:r>
          </a:p>
          <a:p>
            <a:pPr>
              <a:buNone/>
            </a:pPr>
            <a:r>
              <a:rPr lang="en-IN" b="1" dirty="0"/>
              <a:t>Submitted by:</a:t>
            </a:r>
            <a:r>
              <a:rPr lang="en-IN" dirty="0"/>
              <a:t> Harsh Jangid</a:t>
            </a:r>
            <a:br>
              <a:rPr lang="en-IN" dirty="0"/>
            </a:br>
            <a:r>
              <a:rPr lang="en-IN" b="1" dirty="0"/>
              <a:t>Program:</a:t>
            </a:r>
            <a:r>
              <a:rPr lang="en-IN" dirty="0"/>
              <a:t> BCA AI/ML</a:t>
            </a:r>
            <a:br>
              <a:rPr lang="en-IN" dirty="0"/>
            </a:br>
            <a:r>
              <a:rPr lang="en-IN" b="1" dirty="0"/>
              <a:t>University:</a:t>
            </a:r>
            <a:r>
              <a:rPr lang="en-IN" dirty="0"/>
              <a:t> Jagannath University, Jaipur</a:t>
            </a:r>
          </a:p>
          <a:p>
            <a:pPr>
              <a:buNone/>
            </a:pPr>
            <a:r>
              <a:rPr lang="en-IN" b="1" dirty="0"/>
              <a:t>Project:</a:t>
            </a:r>
            <a:r>
              <a:rPr lang="en-IN" dirty="0"/>
              <a:t> AI-Powered Business Innovation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7F059D-6E17-4A8C-DA68-22C45ABC25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2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23A7-3230-08D1-9BFE-580470929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4157"/>
            <a:ext cx="10216242" cy="498021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FCB8A-FCA1-A3E2-3C28-1B4BF5E72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5ACAB-1F4D-F6CD-A181-A74CFB451E26}"/>
              </a:ext>
            </a:extLst>
          </p:cNvPr>
          <p:cNvSpPr txBox="1"/>
          <p:nvPr/>
        </p:nvSpPr>
        <p:spPr>
          <a:xfrm>
            <a:off x="1926772" y="816429"/>
            <a:ext cx="88827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PROBLEM STATEMENT</a:t>
            </a:r>
          </a:p>
          <a:p>
            <a:pPr>
              <a:buNone/>
            </a:pPr>
            <a:r>
              <a:rPr lang="en-IN" dirty="0"/>
              <a:t>Small shops often face difficulties in managing inventory manually.</a:t>
            </a:r>
          </a:p>
          <a:p>
            <a:pPr>
              <a:buNone/>
            </a:pPr>
            <a:r>
              <a:rPr lang="en-IN" dirty="0"/>
              <a:t>• Tracking available stock takes time.</a:t>
            </a:r>
            <a:br>
              <a:rPr lang="en-IN" dirty="0"/>
            </a:br>
            <a:r>
              <a:rPr lang="en-IN" dirty="0"/>
              <a:t>• Shopkeepers may forget to restock products.</a:t>
            </a:r>
            <a:br>
              <a:rPr lang="en-IN" dirty="0"/>
            </a:br>
            <a:r>
              <a:rPr lang="en-IN" dirty="0"/>
              <a:t>• Manual sales records can contain errors.</a:t>
            </a:r>
            <a:br>
              <a:rPr lang="en-IN" dirty="0"/>
            </a:br>
            <a:r>
              <a:rPr lang="en-IN" dirty="0"/>
              <a:t>• Low-stock products may go unnoticed.</a:t>
            </a:r>
            <a:br>
              <a:rPr lang="en-IN" dirty="0"/>
            </a:br>
            <a:r>
              <a:rPr lang="en-IN" dirty="0"/>
              <a:t>• Calculating inventory value manually can be difficult.</a:t>
            </a:r>
          </a:p>
          <a:p>
            <a:pPr>
              <a:buNone/>
            </a:pPr>
            <a:r>
              <a:rPr lang="en-IN" dirty="0"/>
              <a:t>There is a need for a simple and organized inventory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301075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D5BC-319C-6467-C372-EA39CA14B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AA6D0-4BCD-ED90-CDCB-C04D8FAAB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5BF6D-6665-C6A8-1088-F471776D523D}"/>
              </a:ext>
            </a:extLst>
          </p:cNvPr>
          <p:cNvSpPr txBox="1"/>
          <p:nvPr/>
        </p:nvSpPr>
        <p:spPr>
          <a:xfrm>
            <a:off x="1524000" y="1122363"/>
            <a:ext cx="76240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PROPOSED SOLUTION</a:t>
            </a:r>
          </a:p>
          <a:p>
            <a:pPr>
              <a:buNone/>
            </a:pPr>
            <a:r>
              <a:rPr lang="en-IN" dirty="0" err="1"/>
              <a:t>SmartStock</a:t>
            </a:r>
            <a:r>
              <a:rPr lang="en-IN" dirty="0"/>
              <a:t> AI is a Java-based inventory management system designed to help small shopkeepers manage their stock efficiently.</a:t>
            </a:r>
          </a:p>
          <a:p>
            <a:pPr>
              <a:buNone/>
            </a:pPr>
            <a:r>
              <a:rPr lang="en-IN" dirty="0"/>
              <a:t>Key Solutions:</a:t>
            </a:r>
          </a:p>
          <a:p>
            <a:pPr>
              <a:buNone/>
            </a:pPr>
            <a:r>
              <a:rPr lang="en-IN" dirty="0"/>
              <a:t>• Manage products and quantities.</a:t>
            </a:r>
            <a:br>
              <a:rPr lang="en-IN" dirty="0"/>
            </a:br>
            <a:r>
              <a:rPr lang="en-IN" dirty="0"/>
              <a:t>• Update stock after sales.</a:t>
            </a:r>
            <a:br>
              <a:rPr lang="en-IN" dirty="0"/>
            </a:br>
            <a:r>
              <a:rPr lang="en-IN" dirty="0"/>
              <a:t>• Identify low-stock products.</a:t>
            </a:r>
            <a:br>
              <a:rPr lang="en-IN" dirty="0"/>
            </a:br>
            <a:r>
              <a:rPr lang="en-IN" dirty="0"/>
              <a:t>• Search products and restock inventory.</a:t>
            </a:r>
            <a:br>
              <a:rPr lang="en-IN" dirty="0"/>
            </a:br>
            <a:r>
              <a:rPr lang="en-IN" dirty="0"/>
              <a:t>• Track inventory value and sales revenue.</a:t>
            </a:r>
            <a:br>
              <a:rPr lang="en-IN" dirty="0"/>
            </a:br>
            <a:r>
              <a:rPr lang="en-IN" dirty="0"/>
              <a:t>• Save inventory data locally.</a:t>
            </a:r>
          </a:p>
          <a:p>
            <a:pPr>
              <a:buNone/>
            </a:pPr>
            <a:r>
              <a:rPr lang="en-IN" dirty="0"/>
              <a:t>The system makes everyday inventory management simpler and more organized.</a:t>
            </a:r>
          </a:p>
        </p:txBody>
      </p:sp>
    </p:spTree>
    <p:extLst>
      <p:ext uri="{BB962C8B-B14F-4D97-AF65-F5344CB8AC3E}">
        <p14:creationId xmlns:p14="http://schemas.microsoft.com/office/powerpoint/2010/main" val="70056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FCF9-0C4D-6762-22AA-4040BFA7D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6EC5-BA56-6DCB-DE11-5CD7FCA1FB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11B74-D842-201F-6918-76B459CD5E5F}"/>
              </a:ext>
            </a:extLst>
          </p:cNvPr>
          <p:cNvSpPr txBox="1"/>
          <p:nvPr/>
        </p:nvSpPr>
        <p:spPr>
          <a:xfrm>
            <a:off x="1524000" y="1122364"/>
            <a:ext cx="76240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KEY FEATURES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Add Product — Add new products with quantity and price.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View Inventory — Display available products and stock.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Record a Sale — Record sales and update stock automatically.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Low-Stock Alerts — Identify products with low quantities.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Stock Insights — Display rule-based stock suggestions.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Dashboard — View inventory and sales summaries.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Search Product — Find products by name.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Restock Product — Increase stock when new items arrive.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Data Persistence — Save inventory information in a local file.</a:t>
            </a:r>
          </a:p>
        </p:txBody>
      </p:sp>
    </p:spTree>
    <p:extLst>
      <p:ext uri="{BB962C8B-B14F-4D97-AF65-F5344CB8AC3E}">
        <p14:creationId xmlns:p14="http://schemas.microsoft.com/office/powerpoint/2010/main" val="382193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FEAE-4FD5-E15E-22E0-923C0F899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AB0BF-80FE-8199-8FF9-A12C5C3E2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DCC37-1697-B29F-9AB7-3941807459A5}"/>
              </a:ext>
            </a:extLst>
          </p:cNvPr>
          <p:cNvSpPr txBox="1"/>
          <p:nvPr/>
        </p:nvSpPr>
        <p:spPr>
          <a:xfrm>
            <a:off x="1371600" y="1122363"/>
            <a:ext cx="77764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TECHNOLOGY USED</a:t>
            </a:r>
          </a:p>
          <a:p>
            <a:pPr>
              <a:buNone/>
            </a:pPr>
            <a:r>
              <a:rPr lang="en-IN" dirty="0"/>
              <a:t>Programming Language: Java</a:t>
            </a:r>
          </a:p>
          <a:p>
            <a:pPr>
              <a:buNone/>
            </a:pPr>
            <a:r>
              <a:rPr lang="en-IN" dirty="0"/>
              <a:t>Core Concepts:</a:t>
            </a:r>
            <a:br>
              <a:rPr lang="en-IN" dirty="0"/>
            </a:br>
            <a:r>
              <a:rPr lang="en-IN" dirty="0"/>
              <a:t>• Classes and Objects</a:t>
            </a:r>
            <a:br>
              <a:rPr lang="en-IN" dirty="0"/>
            </a:br>
            <a:r>
              <a:rPr lang="en-IN" dirty="0"/>
              <a:t>• Object-Oriented Programming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ArrayList</a:t>
            </a:r>
            <a:r>
              <a:rPr lang="en-IN" dirty="0"/>
              <a:t> and Collections</a:t>
            </a:r>
            <a:br>
              <a:rPr lang="en-IN" dirty="0"/>
            </a:br>
            <a:r>
              <a:rPr lang="en-IN" dirty="0"/>
              <a:t>• Conditional Statements and Loops</a:t>
            </a:r>
            <a:br>
              <a:rPr lang="en-IN" dirty="0"/>
            </a:br>
            <a:r>
              <a:rPr lang="en-IN" dirty="0"/>
              <a:t>• Methods and Input Handling</a:t>
            </a:r>
            <a:br>
              <a:rPr lang="en-IN" dirty="0"/>
            </a:br>
            <a:r>
              <a:rPr lang="en-IN" dirty="0"/>
              <a:t>• File Handling for Data Persistence</a:t>
            </a:r>
          </a:p>
          <a:p>
            <a:pPr>
              <a:buNone/>
            </a:pPr>
            <a:r>
              <a:rPr lang="en-IN" dirty="0"/>
              <a:t>Development Tools:</a:t>
            </a:r>
            <a:br>
              <a:rPr lang="en-IN" dirty="0"/>
            </a:br>
            <a:r>
              <a:rPr lang="en-IN" dirty="0"/>
              <a:t>• Java Development Kit (JDK)</a:t>
            </a:r>
            <a:br>
              <a:rPr lang="en-IN" dirty="0"/>
            </a:br>
            <a:r>
              <a:rPr lang="en-IN" dirty="0"/>
              <a:t>• Command Prompt (CMD)</a:t>
            </a:r>
            <a:br>
              <a:rPr lang="en-IN" dirty="0"/>
            </a:br>
            <a:r>
              <a:rPr lang="en-IN" dirty="0"/>
              <a:t>• Notepad</a:t>
            </a:r>
            <a:br>
              <a:rPr lang="en-IN" dirty="0"/>
            </a:br>
            <a:r>
              <a:rPr lang="en-IN" dirty="0"/>
              <a:t>• Windows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89012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12BE-9963-B056-AAFF-103911433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4FCFB-6EDA-3A8A-86FB-4D870F9BD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67DE1-473D-BF45-72B5-A25A8B98BE92}"/>
              </a:ext>
            </a:extLst>
          </p:cNvPr>
          <p:cNvSpPr txBox="1"/>
          <p:nvPr/>
        </p:nvSpPr>
        <p:spPr>
          <a:xfrm>
            <a:off x="1371600" y="1122363"/>
            <a:ext cx="77764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WORKING DEMONSTRATION</a:t>
            </a:r>
          </a:p>
          <a:p>
            <a:pPr>
              <a:buNone/>
            </a:pPr>
            <a:r>
              <a:rPr lang="en-IN" dirty="0"/>
              <a:t>The application starts with three sample products:</a:t>
            </a:r>
          </a:p>
          <a:p>
            <a:pPr>
              <a:buNone/>
            </a:pPr>
            <a:r>
              <a:rPr lang="en-IN" dirty="0"/>
              <a:t>• Rice — 20 units</a:t>
            </a:r>
            <a:br>
              <a:rPr lang="en-IN" dirty="0"/>
            </a:br>
            <a:r>
              <a:rPr lang="en-IN" dirty="0"/>
              <a:t>• Milk — 4 units</a:t>
            </a:r>
            <a:br>
              <a:rPr lang="en-IN" dirty="0"/>
            </a:br>
            <a:r>
              <a:rPr lang="en-IN" dirty="0"/>
              <a:t>• Soap — 12 units</a:t>
            </a:r>
          </a:p>
          <a:p>
            <a:pPr>
              <a:buNone/>
            </a:pPr>
            <a:r>
              <a:rPr lang="en-IN" dirty="0"/>
              <a:t>Demo Scenario:</a:t>
            </a:r>
            <a:br>
              <a:rPr lang="en-IN" dirty="0"/>
            </a:br>
            <a:r>
              <a:rPr lang="en-IN" dirty="0"/>
              <a:t>A sale of 2 units of Milk is recorded.</a:t>
            </a:r>
          </a:p>
          <a:p>
            <a:pPr>
              <a:buNone/>
            </a:pPr>
            <a:r>
              <a:rPr lang="en-IN" dirty="0"/>
              <a:t>Results:</a:t>
            </a:r>
            <a:br>
              <a:rPr lang="en-IN" dirty="0"/>
            </a:br>
            <a:r>
              <a:rPr lang="en-IN" dirty="0"/>
              <a:t>• Milk stock decreases by 2 units.</a:t>
            </a:r>
            <a:br>
              <a:rPr lang="en-IN" dirty="0"/>
            </a:br>
            <a:r>
              <a:rPr lang="en-IN" dirty="0"/>
              <a:t>• Sales revenue increases by ₹60.</a:t>
            </a:r>
            <a:br>
              <a:rPr lang="en-IN" dirty="0"/>
            </a:br>
            <a:r>
              <a:rPr lang="en-IN" dirty="0"/>
              <a:t>• Total stock becomes 34 units.</a:t>
            </a:r>
            <a:br>
              <a:rPr lang="en-IN" dirty="0"/>
            </a:br>
            <a:r>
              <a:rPr lang="en-IN" dirty="0"/>
              <a:t>• Inventory value becomes ₹1,740.</a:t>
            </a:r>
            <a:br>
              <a:rPr lang="en-IN" dirty="0"/>
            </a:br>
            <a:r>
              <a:rPr lang="en-IN" dirty="0"/>
              <a:t>• The dashboard displays updated information.</a:t>
            </a:r>
          </a:p>
          <a:p>
            <a:pPr>
              <a:buNone/>
            </a:pPr>
            <a:r>
              <a:rPr lang="en-IN" dirty="0"/>
              <a:t>The application stores its data in a local file.</a:t>
            </a:r>
          </a:p>
        </p:txBody>
      </p:sp>
    </p:spTree>
    <p:extLst>
      <p:ext uri="{BB962C8B-B14F-4D97-AF65-F5344CB8AC3E}">
        <p14:creationId xmlns:p14="http://schemas.microsoft.com/office/powerpoint/2010/main" val="1213397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3A62-5A88-9AE6-3D68-022EF56F3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AF12E-2F20-5339-C924-77006459E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FE2CD-9C65-3727-13EF-98A02DFFCB3C}"/>
              </a:ext>
            </a:extLst>
          </p:cNvPr>
          <p:cNvSpPr txBox="1"/>
          <p:nvPr/>
        </p:nvSpPr>
        <p:spPr>
          <a:xfrm>
            <a:off x="1387929" y="1122364"/>
            <a:ext cx="77601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RESULTS AND LIMITATIONS</a:t>
            </a:r>
          </a:p>
          <a:p>
            <a:pPr>
              <a:buNone/>
            </a:pPr>
            <a:r>
              <a:rPr lang="en-IN" dirty="0"/>
              <a:t>Project Results:</a:t>
            </a:r>
            <a:br>
              <a:rPr lang="en-IN" dirty="0"/>
            </a:br>
            <a:r>
              <a:rPr lang="en-IN" dirty="0"/>
              <a:t>• Product management works through a menu-driven interface.</a:t>
            </a:r>
            <a:br>
              <a:rPr lang="en-IN" dirty="0"/>
            </a:br>
            <a:r>
              <a:rPr lang="en-IN" dirty="0"/>
              <a:t>• Sales update product quantities and revenue.</a:t>
            </a:r>
            <a:br>
              <a:rPr lang="en-IN" dirty="0"/>
            </a:br>
            <a:r>
              <a:rPr lang="en-IN" dirty="0"/>
              <a:t>• Low-stock products can be identified.</a:t>
            </a:r>
            <a:br>
              <a:rPr lang="en-IN" dirty="0"/>
            </a:br>
            <a:r>
              <a:rPr lang="en-IN" dirty="0"/>
              <a:t>• Inventory and sales summaries are available.</a:t>
            </a:r>
            <a:br>
              <a:rPr lang="en-IN" dirty="0"/>
            </a:br>
            <a:r>
              <a:rPr lang="en-IN" dirty="0"/>
              <a:t>• Data can be saved locally between sessions.</a:t>
            </a:r>
          </a:p>
          <a:p>
            <a:pPr>
              <a:buNone/>
            </a:pPr>
            <a:r>
              <a:rPr lang="en-IN" dirty="0"/>
              <a:t>Current Limitations:</a:t>
            </a:r>
            <a:br>
              <a:rPr lang="en-IN" dirty="0"/>
            </a:br>
            <a:r>
              <a:rPr lang="en-IN" dirty="0"/>
              <a:t>• Stock suggestions use predefined rules, not a trained AI model.</a:t>
            </a:r>
            <a:br>
              <a:rPr lang="en-IN" dirty="0"/>
            </a:br>
            <a:r>
              <a:rPr lang="en-IN" dirty="0"/>
              <a:t>• Data is stored in a local text file.</a:t>
            </a:r>
            <a:br>
              <a:rPr lang="en-IN" dirty="0"/>
            </a:br>
            <a:r>
              <a:rPr lang="en-IN" dirty="0"/>
              <a:t>• The application currently uses a console interface.</a:t>
            </a:r>
            <a:br>
              <a:rPr lang="en-IN" dirty="0"/>
            </a:br>
            <a:r>
              <a:rPr lang="en-IN" dirty="0"/>
              <a:t>• Multi-user access and database integration are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1877194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63F2-C49D-73D3-4BB8-73A56DB28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614" y="1288239"/>
            <a:ext cx="9144000" cy="23876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4DB49-1F45-3747-F0CC-C2BE289410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33F62-EF3D-54DB-7588-D2672F5DFF50}"/>
              </a:ext>
            </a:extLst>
          </p:cNvPr>
          <p:cNvSpPr txBox="1"/>
          <p:nvPr/>
        </p:nvSpPr>
        <p:spPr>
          <a:xfrm>
            <a:off x="1703614" y="1159330"/>
            <a:ext cx="74444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FUTURE SCOPE AND CONCLUSION</a:t>
            </a:r>
          </a:p>
          <a:p>
            <a:pPr>
              <a:buNone/>
            </a:pPr>
            <a:r>
              <a:rPr lang="en-IN" dirty="0"/>
              <a:t>Future Improvements:</a:t>
            </a:r>
            <a:br>
              <a:rPr lang="en-IN" dirty="0"/>
            </a:br>
            <a:r>
              <a:rPr lang="en-IN" dirty="0"/>
              <a:t>• Integrate a trained machine learning model for demand forecasting.</a:t>
            </a:r>
            <a:br>
              <a:rPr lang="en-IN" dirty="0"/>
            </a:br>
            <a:r>
              <a:rPr lang="en-IN" dirty="0"/>
              <a:t>• Add a graphical user interface.</a:t>
            </a:r>
            <a:br>
              <a:rPr lang="en-IN" dirty="0"/>
            </a:br>
            <a:r>
              <a:rPr lang="en-IN" dirty="0"/>
              <a:t>• Integrate a database for better data management.</a:t>
            </a:r>
            <a:br>
              <a:rPr lang="en-IN" dirty="0"/>
            </a:br>
            <a:r>
              <a:rPr lang="en-IN" dirty="0"/>
              <a:t>• Add billing and invoice generation.</a:t>
            </a:r>
            <a:br>
              <a:rPr lang="en-IN" dirty="0"/>
            </a:br>
            <a:r>
              <a:rPr lang="en-IN" dirty="0"/>
              <a:t>• Develop a web or mobile application.</a:t>
            </a:r>
          </a:p>
          <a:p>
            <a:pPr>
              <a:buNone/>
            </a:pPr>
            <a:r>
              <a:rPr lang="en-IN" dirty="0"/>
              <a:t>Conclusion:</a:t>
            </a:r>
          </a:p>
          <a:p>
            <a:pPr>
              <a:buNone/>
            </a:pPr>
            <a:r>
              <a:rPr lang="en-IN" dirty="0" err="1"/>
              <a:t>SmartStock</a:t>
            </a:r>
            <a:r>
              <a:rPr lang="en-IN" dirty="0"/>
              <a:t> AI demonstrates how Java programming can be used to build a practical inventory management system for small shops.</a:t>
            </a:r>
          </a:p>
          <a:p>
            <a:pPr>
              <a:buNone/>
            </a:pPr>
            <a:r>
              <a:rPr lang="en-IN" dirty="0"/>
              <a:t>It provides a foundation for future improvements using databases, graphical interfaces, and machine learning.</a:t>
            </a:r>
          </a:p>
          <a:p>
            <a:pPr>
              <a:buNone/>
            </a:pPr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663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hp5cd6140n0f@outlook.com</dc:creator>
  <cp:lastModifiedBy>hp5cd6140n0f@outlook.com</cp:lastModifiedBy>
  <cp:revision>1</cp:revision>
  <dcterms:created xsi:type="dcterms:W3CDTF">2026-10-17T12:29:53Z</dcterms:created>
  <dcterms:modified xsi:type="dcterms:W3CDTF">2026-10-17T12:32:33Z</dcterms:modified>
</cp:coreProperties>
</file>